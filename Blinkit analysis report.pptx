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71" r:id="rId13"/>
    <p:sldId id="277" r:id="rId14"/>
    <p:sldId id="273" r:id="rId15"/>
    <p:sldId id="276" r:id="rId16"/>
    <p:sldId id="280" r:id="rId17"/>
    <p:sldId id="274" r:id="rId18"/>
    <p:sldId id="278" r:id="rId19"/>
    <p:sldId id="27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9AC997-2D32-4791-8F1C-977D2F985F0B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E9DAB-47A9-4E96-AE52-78974CD7AD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996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E9DAB-47A9-4E96-AE52-78974CD7AD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205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06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311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87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47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959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72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947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963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612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217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554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9726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229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579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391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3528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99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265A5-A617-44C5-B081-0901A48C005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C1BF8-C693-4876-A7CD-4B19DC16D5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2998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2FEB-1EAD-78F8-6DD4-D316E397F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1212" y="2258717"/>
            <a:ext cx="7364363" cy="10968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dirty="0" err="1"/>
              <a:t>Blinkit</a:t>
            </a:r>
            <a:r>
              <a:rPr lang="en-US" sz="6600" dirty="0"/>
              <a:t> Sales And Revenue Report</a:t>
            </a:r>
            <a:endParaRPr lang="en-IN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7999B-6B2D-5CE5-1238-0EF4C3E43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5280" y="3132096"/>
            <a:ext cx="7766936" cy="1096899"/>
          </a:xfrm>
        </p:spPr>
        <p:txBody>
          <a:bodyPr>
            <a:normAutofit/>
          </a:bodyPr>
          <a:lstStyle/>
          <a:p>
            <a:r>
              <a:rPr lang="en-US" sz="2000" dirty="0"/>
              <a:t>By Soheb Mulla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16371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8980-A0FE-B728-B484-A2B34E43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7A9E1-CB56-72D3-8F83-20EDA5EDF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 streamline the order-to-delivery pipeline by identifying and removing time-based bottlenecks to enhance the customer experience</a:t>
            </a:r>
            <a:r>
              <a:rPr lang="en-IN" sz="2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Identify key revenue-driving factors and understand customer behavior patterns.</a:t>
            </a:r>
            <a:endParaRPr lang="en-IN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/>
              <a:t>To analyze repeat purchase patterns and customer feedback to increase brand loyalty and maximize long-term revenue from existing clients.</a:t>
            </a:r>
            <a:endParaRPr lang="en-IN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09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3738-74FD-BB98-88E4-8A3E655E4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36ABF-197D-87A3-5399-784FFA825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279853" cy="2572773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What is the Day wise growth rate in total revenue?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Which top products are generating 80% of the revenue?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Add &amp; Analyze Item Category (Beverage, Snack, Meal)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Which City/Area has the highest total sales? 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Compare total sales between weekdays and weekends. </a:t>
            </a:r>
          </a:p>
        </p:txBody>
      </p:sp>
    </p:spTree>
    <p:extLst>
      <p:ext uri="{BB962C8B-B14F-4D97-AF65-F5344CB8AC3E}">
        <p14:creationId xmlns:p14="http://schemas.microsoft.com/office/powerpoint/2010/main" val="3972951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5337B-47F6-36D4-764B-A47162768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378" y="1738340"/>
            <a:ext cx="8596668" cy="1826581"/>
          </a:xfrm>
        </p:spPr>
        <p:txBody>
          <a:bodyPr>
            <a:normAutofit/>
          </a:bodyPr>
          <a:lstStyle/>
          <a:p>
            <a:r>
              <a:rPr lang="en-IN" sz="6000" b="1" dirty="0"/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122228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">
            <a:extLst>
              <a:ext uri="{FF2B5EF4-FFF2-40B4-BE49-F238E27FC236}">
                <a16:creationId xmlns:a16="http://schemas.microsoft.com/office/drawing/2014/main" id="{EC3C5944-BC83-AF36-5640-ABB5AFAC9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8000"/>
            <a:ext cx="11430000" cy="561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379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2ADC4-A8C6-B488-6A25-3B56E1D19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DE335-108C-F151-150C-07D1B972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378" y="1738340"/>
            <a:ext cx="8596668" cy="1826581"/>
          </a:xfrm>
        </p:spPr>
        <p:txBody>
          <a:bodyPr>
            <a:normAutofit/>
          </a:bodyPr>
          <a:lstStyle/>
          <a:p>
            <a:r>
              <a:rPr lang="en-IN" sz="6000" b="1" dirty="0"/>
              <a:t>CHARTS</a:t>
            </a:r>
          </a:p>
        </p:txBody>
      </p:sp>
    </p:spTree>
    <p:extLst>
      <p:ext uri="{BB962C8B-B14F-4D97-AF65-F5344CB8AC3E}">
        <p14:creationId xmlns:p14="http://schemas.microsoft.com/office/powerpoint/2010/main" val="1017828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2EE50-93D9-64F2-9B81-CC2FEC4EA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Day wise Revenue 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A51E0-51FE-56B3-139D-A68C1A7A3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8720" y="1513473"/>
            <a:ext cx="9107757" cy="49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879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B0246-EB41-E35B-5AFE-73F62C793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2033E-8E54-7A21-2680-E30ED1A3B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Product sales</a:t>
            </a:r>
            <a:endParaRPr lang="en-IN" b="1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C9EF35-1E7D-D65B-189C-DD8405DD4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057" y="1623981"/>
            <a:ext cx="10299885" cy="462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359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1B33D-F8F8-4100-297C-541040ADD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16AA2-B935-1358-3B59-8CA0B4DA8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Customer preference in product</a:t>
            </a:r>
            <a:endParaRPr lang="en-IN" b="1" dirty="0"/>
          </a:p>
        </p:txBody>
      </p:sp>
      <p:pic>
        <p:nvPicPr>
          <p:cNvPr id="5" name="Picture 4" descr="A graph with a blue line&#10;&#10;AI-generated content may be incorrect.">
            <a:extLst>
              <a:ext uri="{FF2B5EF4-FFF2-40B4-BE49-F238E27FC236}">
                <a16:creationId xmlns:a16="http://schemas.microsoft.com/office/drawing/2014/main" id="{AD0F941B-AE63-07E5-22BE-1965736D3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317" y="1389642"/>
            <a:ext cx="9937203" cy="504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65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6790C-D8D3-410A-8FC9-519784597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F3A52-F770-481D-F787-4D1A3E125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Area wise Customer rating</a:t>
            </a:r>
            <a:endParaRPr lang="en-IN" b="1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127C9607-4CEF-521B-8D2A-B0944F530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759" y="1313099"/>
            <a:ext cx="9548321" cy="530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613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8A6AA-0DF9-0913-7C8C-08B1CF238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40C3-6FE3-5CCC-D99E-D2EFE8D4A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City wise category and sales count</a:t>
            </a:r>
            <a:endParaRPr lang="en-IN" b="1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CD39533A-4E84-015C-102A-1E21BC965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270000"/>
            <a:ext cx="10279103" cy="489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924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3754B-EA0C-A8FF-FA18-F2DCFAE72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36AF-0263-51FF-7C06-6FF22036E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704" y="2947736"/>
            <a:ext cx="8596668" cy="962527"/>
          </a:xfrm>
        </p:spPr>
        <p:txBody>
          <a:bodyPr>
            <a:normAutofit/>
          </a:bodyPr>
          <a:lstStyle/>
          <a:p>
            <a:r>
              <a:rPr lang="en-IN" sz="6000" b="1" dirty="0"/>
              <a:t>SLICERS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CD60B4-A444-E8AD-23BA-755F6FCEE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3395" y="1098760"/>
            <a:ext cx="3382045" cy="4946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12186F-884E-A2BC-C2EC-9856CBDF4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865" y="1098760"/>
            <a:ext cx="3308576" cy="494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5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2D32D-043C-0090-A5C3-1027E6F85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9FDD8-67D3-0378-8071-DC57E3529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93" y="128336"/>
            <a:ext cx="8596668" cy="962527"/>
          </a:xfrm>
        </p:spPr>
        <p:txBody>
          <a:bodyPr>
            <a:normAutofit/>
          </a:bodyPr>
          <a:lstStyle/>
          <a:p>
            <a:r>
              <a:rPr lang="en-IN" sz="6000" b="1" dirty="0"/>
              <a:t>  FINAL DASHBOARD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3B16D6-CAC6-E5D1-B937-A072D5240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232" y="1090863"/>
            <a:ext cx="8750848" cy="545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65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86BCF-C634-D62B-F2A9-D15DE7513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CAA07-F6B8-627D-7A23-FCC71765E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378" y="1738340"/>
            <a:ext cx="8596668" cy="1826581"/>
          </a:xfrm>
        </p:spPr>
        <p:txBody>
          <a:bodyPr>
            <a:normAutofit/>
          </a:bodyPr>
          <a:lstStyle/>
          <a:p>
            <a:r>
              <a:rPr lang="en-IN" sz="6000" b="1" dirty="0"/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620162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40442-D728-18E3-5397-26FB1C5D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A01CB-C32D-7F20-41D8-BC1382ADE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18" y="914400"/>
            <a:ext cx="8596668" cy="52791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These "dense" areas typically represent your </a:t>
            </a:r>
            <a:r>
              <a:rPr lang="en-US" b="1" dirty="0">
                <a:solidFill>
                  <a:srgbClr val="00B050"/>
                </a:solidFill>
              </a:rPr>
              <a:t>peak sales periods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or your </a:t>
            </a:r>
            <a:r>
              <a:rPr lang="en-US" b="1" dirty="0">
                <a:solidFill>
                  <a:srgbClr val="00B050"/>
                </a:solidFill>
              </a:rPr>
              <a:t>highest-selling product categories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dirty="0"/>
              <a:t>Cross-reference these dense clusters with your timeline to identify "</a:t>
            </a:r>
            <a:r>
              <a:rPr lang="en-US" dirty="0">
                <a:solidFill>
                  <a:srgbClr val="00B050"/>
                </a:solidFill>
              </a:rPr>
              <a:t>Golden Hours</a:t>
            </a:r>
            <a:r>
              <a:rPr lang="en-US" dirty="0"/>
              <a:t>" or "</a:t>
            </a:r>
            <a:r>
              <a:rPr lang="en-US" dirty="0">
                <a:solidFill>
                  <a:srgbClr val="00B050"/>
                </a:solidFill>
              </a:rPr>
              <a:t>Peak Seasons</a:t>
            </a:r>
            <a:r>
              <a:rPr lang="en-US" dirty="0"/>
              <a:t>" for resource allocation.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spcAft>
                <a:spcPts val="600"/>
              </a:spcAft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u="sng" dirty="0"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Meal items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generate the highest revenue – ₹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42,449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in total sales, contributing nearly </a:t>
            </a:r>
            <a:r>
              <a:rPr lang="en-US" sz="2400" u="sng" dirty="0"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 of overall revenue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D3B6EE-3B74-95F2-E199-CC08A6F15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$37.54\%$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DCE043E-922B-8E70-3322-6AE7E817E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$37.54\%$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4C617CA-A955-F65B-D0E1-D45F5698F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$37.54\%$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74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B678E-638D-00F1-BDF0-EF692351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7C111-660F-2FB8-A6B2-8C24C3A76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18" y="1315453"/>
            <a:ext cx="8596668" cy="487813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Top 3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items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are </a:t>
            </a:r>
            <a:r>
              <a:rPr lang="en-US" sz="2400" u="sng" dirty="0">
                <a:solidFill>
                  <a:schemeClr val="accent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Milk, Bread and curd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contributed ₹46,616  in sales.</a:t>
            </a:r>
          </a:p>
          <a:p>
            <a:pPr marL="0" indent="0">
              <a:spcAft>
                <a:spcPts val="600"/>
              </a:spcAft>
              <a:buNone/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514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C5298-8123-B968-E9DD-A2DAC5F50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81BC9-0777-BD24-CDFB-139ACF09E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378" y="1738340"/>
            <a:ext cx="8596668" cy="1826581"/>
          </a:xfrm>
        </p:spPr>
        <p:txBody>
          <a:bodyPr>
            <a:normAutofit/>
          </a:bodyPr>
          <a:lstStyle/>
          <a:p>
            <a:r>
              <a:rPr lang="en-IN" sz="60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025917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EAB8C-C459-B8DA-B625-8F0733FFB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CC7BA-8B9A-7B01-B7DF-3D4A3D591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376" y="1673728"/>
            <a:ext cx="8596668" cy="413351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This indicates a high concentration of value. Whether this represents a specific region, a top-performing product category, or a select group of "Power Users," nearly </a:t>
            </a:r>
            <a:r>
              <a:rPr lang="en-US" b="1" dirty="0"/>
              <a:t>40% of your success is driven by this single segment.</a:t>
            </a:r>
            <a:r>
              <a:rPr lang="en-US" dirty="0"/>
              <a:t> </a:t>
            </a:r>
          </a:p>
          <a:p>
            <a:pPr>
              <a:spcAft>
                <a:spcPts val="600"/>
              </a:spcAft>
            </a:pPr>
            <a:r>
              <a:rPr lang="en-US" dirty="0"/>
              <a:t>"Strategic focus should remain on the 37.5% segment, as it serves as the primary engine for organizational growth.“</a:t>
            </a:r>
          </a:p>
          <a:p>
            <a:pPr marL="0" indent="0">
              <a:spcAft>
                <a:spcPts val="600"/>
              </a:spcAft>
              <a:buNone/>
            </a:pPr>
            <a:endParaRPr lang="en-IN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BB8B80C-241F-5714-117B-495075477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omnipresent error rate or "pending" status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across the dataset. While not catastrophic, these are "leaks" in the sales funnel. If you can resolve the issues represented by those orange markers, you could potentially convert that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$37.5\%$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into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$45\%$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or higher.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016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1D533-442F-4EF9-B141-0567230BF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1D8CF-DCEC-8F2B-5AAE-0D67F34CD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6370" y="2894149"/>
            <a:ext cx="5196692" cy="1069701"/>
          </a:xfrm>
        </p:spPr>
        <p:txBody>
          <a:bodyPr>
            <a:normAutofit/>
          </a:bodyPr>
          <a:lstStyle/>
          <a:p>
            <a:r>
              <a:rPr lang="en-IN" sz="6000" b="1" dirty="0"/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21618657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296</TotalTime>
  <Words>344</Words>
  <Application>Microsoft Office PowerPoint</Application>
  <PresentationFormat>Widescreen</PresentationFormat>
  <Paragraphs>37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Google Sans Text</vt:lpstr>
      <vt:lpstr>Segoe UI</vt:lpstr>
      <vt:lpstr>Tw Cen MT</vt:lpstr>
      <vt:lpstr>Circuit</vt:lpstr>
      <vt:lpstr>Blinkit Sales And Revenue Report</vt:lpstr>
      <vt:lpstr>Objective</vt:lpstr>
      <vt:lpstr>Questions</vt:lpstr>
      <vt:lpstr>DATASET</vt:lpstr>
      <vt:lpstr>PowerPoint Presentation</vt:lpstr>
      <vt:lpstr>CHARTS</vt:lpstr>
      <vt:lpstr> Day wise Revenue </vt:lpstr>
      <vt:lpstr>Product sales</vt:lpstr>
      <vt:lpstr>Customer preference in product</vt:lpstr>
      <vt:lpstr>Area wise Customer rating</vt:lpstr>
      <vt:lpstr>City wise category and sales count</vt:lpstr>
      <vt:lpstr>SLICERS</vt:lpstr>
      <vt:lpstr>  FINAL DASHBOARD</vt:lpstr>
      <vt:lpstr>INSIGHTS</vt:lpstr>
      <vt:lpstr>PowerPoint Presentation</vt:lpstr>
      <vt:lpstr>PowerPoint Presentation</vt:lpstr>
      <vt:lpstr>CONCLUSION</vt:lpstr>
      <vt:lpstr>PowerPoint Presentation</vt:lpstr>
      <vt:lpstr>THANK YOU 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Dhanashri Vijay Vengurlekar</dc:creator>
  <cp:lastModifiedBy>Soheb Mulla</cp:lastModifiedBy>
  <cp:revision>36</cp:revision>
  <dcterms:created xsi:type="dcterms:W3CDTF">2025-06-11T05:14:04Z</dcterms:created>
  <dcterms:modified xsi:type="dcterms:W3CDTF">2026-01-04T17:18:52Z</dcterms:modified>
</cp:coreProperties>
</file>